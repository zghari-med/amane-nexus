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Surveillance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Multi-Agent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200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Master MSID-TAM  | 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Amane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Mohammed V de Rabat  —  Faculté des Sciences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4622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&amp; Problématique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Architecture Multi-Agent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Algorithmes de Détection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Résultats &amp; Benchmarks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Interface Utilisateur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CI/CD &amp; Docker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Conclusion &amp; Perspectives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Automatiser la Surveillance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046720" cy="65836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visuelle de l'opérateur après seulement 20 minutes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046720" cy="65836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 à 4 écrans simultanément — couverture insuffisante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046720" cy="65836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réactive : alerte APRÈS l'incident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8046720" cy="65836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749040"/>
            <a:ext cx="54864" cy="65836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élevé du personnel de surveillance 24h/24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0467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 : Détection automatique par IA — temps réel, fiable, scalable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Multi-Agent — 5 Agents Spécialisés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80360" y="10972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détection 80 classes COCO, modèle 6.2 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69164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5029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92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18928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 — suivi et association des trajectoires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" y="248716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688336"/>
            <a:ext cx="5029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883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68833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80360" y="268833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heuristiques calibrées (chute / foule / objet)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" y="32826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483864"/>
            <a:ext cx="5029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8386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4838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80360" y="3483864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annotées OpenCV + système de cooldowns anti-dup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" y="407822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79392"/>
            <a:ext cx="50292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793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2793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880360" y="427939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+ React 18 + Tailwind + polling temps réel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36192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03120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70048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700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2.13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236976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36976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369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803904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03904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039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370832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370832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1051560"/>
            <a:ext cx="2743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91840" y="1536192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1536192"/>
            <a:ext cx="457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1536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103120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103120"/>
            <a:ext cx="457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91840" y="2670048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457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26700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2.10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91840" y="3236976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3236976"/>
            <a:ext cx="457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32369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91840" y="3803904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3803904"/>
            <a:ext cx="457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38039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91840" y="4370832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4370832"/>
            <a:ext cx="457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309360" y="1051560"/>
            <a:ext cx="27432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09360" y="1536192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1536192"/>
            <a:ext cx="457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1536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309360" y="2103120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2103120"/>
            <a:ext cx="457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309360" y="2670048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2670048"/>
            <a:ext cx="457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9088" y="26700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09360" y="3236976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3236976"/>
            <a:ext cx="457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9088" y="32369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flake8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309360" y="3803904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3803904"/>
            <a:ext cx="457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19088" y="38039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309360" y="4370832"/>
            <a:ext cx="2743200" cy="45720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4370832"/>
            <a:ext cx="457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9088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Comportements Détectés — Algorithmes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: ratio h/w de la bbox &lt; 0.65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debout : ratio ~2.5 – 3.5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12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tombée : ratio ~0.4 – 0.6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587752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87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: 300 frames (~10s à 30fps)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ATTROUPEMENT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: ≥ 5 personnes proches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803904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039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maximale entre personnes : 200px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78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spatial (grille de voisinage)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553712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5537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: 90 frames (~3s à 30fps)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ABANDONNÉ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portables uniquement (sac, valise...)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1837944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8379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tracking : cellules 100×100px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212848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212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Immobile ≥ 22 frames traitées (FRAME_SKIP=3)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2587752"/>
            <a:ext cx="4114800" cy="347472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587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: 900 frames (~30s à 30fps)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 — YOLOv8n CPU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192024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P/R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92024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4871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51760" cy="192024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4871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1828800" cy="1645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 ms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576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CPU moyenne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3154680"/>
            <a:ext cx="1828800" cy="1645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FPS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46888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effectif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154680"/>
            <a:ext cx="1828800" cy="1645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 FPS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avec FRAME_SKIP×3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3154680"/>
            <a:ext cx="1828800" cy="1645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 82%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67512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Détaillées par Comportement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73352"/>
                <a:gridCol w="1673352"/>
                <a:gridCol w="1682496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Attroupement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abandonné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test : 6 vidéos — 54 événements annotés manuellement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— Fonctionnalités Clés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90472"/>
            <a:ext cx="4114800" cy="74980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9047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MongoDB : utilisateurs, vidéos, analyses, alertes récentes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41148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77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724912"/>
            <a:ext cx="4114800" cy="74980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2491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lancement analyse + alertes en temps réel (polling toutes les 3s)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11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959352"/>
            <a:ext cx="4114800" cy="74980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593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annotées avec bboxes colorés + bannières (rouge/orange/vert)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490472"/>
            <a:ext cx="4114800" cy="74980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9047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F1=85.7%, Précision, Rappel — tableau complet + graphes Recharts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77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2724912"/>
            <a:ext cx="4114800" cy="74980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2491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hebdomadaire des détections (AreaChart + régression linéaire)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4114800" cy="34747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611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3959352"/>
            <a:ext cx="4114800" cy="74980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9593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PieChart + BarChart par vidéo + alertes récentes avec captures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d'Alertes — Annotations Visuelles OpenCV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201168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 DETECTEE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280160" cy="1280160"/>
          </a:xfrm>
          <a:prstGeom prst="rect">
            <a:avLst/>
          </a:prstGeom>
          <a:solidFill>
            <a:srgbClr val="050D1A">
              <a:alpha val="0"/>
            </a:srgbClr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rouge épais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coins accentués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personne tombée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201168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ATTROUPEMENT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1508760"/>
            <a:ext cx="1280160" cy="1280160"/>
          </a:xfrm>
          <a:prstGeom prst="rect">
            <a:avLst/>
          </a:prstGeom>
          <a:solidFill>
            <a:srgbClr val="050D1A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Cercles sur chaque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détectée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groupe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743200" cy="201168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05840"/>
            <a:ext cx="27432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ABANDONNE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508760"/>
            <a:ext cx="1280160" cy="1280160"/>
          </a:xfrm>
          <a:prstGeom prst="rect">
            <a:avLst/>
          </a:prstGeom>
          <a:solidFill>
            <a:srgbClr val="050D1A">
              <a:alpha val="0"/>
            </a:srgbClr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vert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l'objet immobile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(sac, valise...)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alerte génère une image JPEG (qualité 82%) sauvegardée dans </a:t>
            </a:r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backend/captures/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&amp; Déploiement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6 Étapes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lint — flake8 --max-line-length=120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57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Tests — pytest -v --cov=backend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Validation — F1=0.857 vérifié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46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Frontend — npm lint + npm run build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Docker — docker build -t amane:latest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43484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434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Rapport — status final pipeline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solidFill>
            <a:srgbClr val="0DB7D4"/>
          </a:solidFill>
          <a:ln w="12700">
            <a:solidFill>
              <a:srgbClr val="0DB7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Multi-Stage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backend-builder → dépendances Python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05740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57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frontend-builder → npm ci + npm run build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→ Python 3.10-slim + Nginx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24612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46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: MongoDB + Redis + Backend + Frontend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84048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 sur tous les services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4434840"/>
            <a:ext cx="4114800" cy="5029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434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: MONGO_URI, SECRET_KEY, REDIS_HOST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81328"/>
            <a:ext cx="45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Plateforme complète et fonctionnelle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157984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57984"/>
            <a:ext cx="45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5798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F1=0.857 prouvé scientifiquement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34640"/>
            <a:ext cx="45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98 tâches réalisées end-to-end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3511296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511296"/>
            <a:ext cx="45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112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Tests automatisés + CI/CD opérationnel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4187952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187952"/>
            <a:ext cx="45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879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Documentation complète (Wiki, FAQ, Rapport)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481328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481328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8132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GPU → temps réel 30+ FPS (CUDA)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157984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157984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15798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Pose estimation YOLOv8-pose (chutes)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2834640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834640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8346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Alertes SMS/Email (Twilio/SendGrid)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3511296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511296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5112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Multi-caméras concurrent (Redis Pub/Sub)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54880" y="4187952"/>
            <a:ext cx="4114800" cy="566928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187952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1879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Apprentissage actif — re-training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Surveillance Intelligente Multi-Agent</dc:title>
  <dc:subject>PptxGenJS Presentation</dc:subject>
  <dc:creator>Amane</dc:creator>
  <cp:lastModifiedBy>Amane</cp:lastModifiedBy>
  <cp:revision>1</cp:revision>
  <dcterms:created xsi:type="dcterms:W3CDTF">2026-05-28T10:17:25Z</dcterms:created>
  <dcterms:modified xsi:type="dcterms:W3CDTF">2026-05-28T10:17:25Z</dcterms:modified>
</cp:coreProperties>
</file>